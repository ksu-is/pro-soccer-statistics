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1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B29909-7665-8ACC-2981-C4822B12ADCE}" v="309" dt="2025-04-21T18:52:21.576"/>
    <p1510:client id="{B8F6F58E-B316-2463-8465-1191EE8041DB}" v="51" dt="2025-04-21T18:33:28.556"/>
    <p1510:client id="{BE9091A2-C6EC-6940-AB14-005DF831E792}" v="33" dt="2025-04-21T23:43:15.666"/>
    <p1510:client id="{E9B5C1FE-FABF-A318-F0D5-775E4902B381}" v="28" dt="2025-04-21T23:45:05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8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01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63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20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11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41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88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49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8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86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957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20" r:id="rId6"/>
    <p:sldLayoutId id="2147483715" r:id="rId7"/>
    <p:sldLayoutId id="2147483716" r:id="rId8"/>
    <p:sldLayoutId id="2147483717" r:id="rId9"/>
    <p:sldLayoutId id="2147483719" r:id="rId10"/>
    <p:sldLayoutId id="214748371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Soccer goal in net">
            <a:extLst>
              <a:ext uri="{FF2B5EF4-FFF2-40B4-BE49-F238E27FC236}">
                <a16:creationId xmlns:a16="http://schemas.microsoft.com/office/drawing/2014/main" id="{DF2A0C48-B291-0873-06F3-776D9AA5C1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/>
        </p:blipFill>
        <p:spPr>
          <a:xfrm>
            <a:off x="7316931" y="33734"/>
            <a:ext cx="4743188" cy="293351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B80D3-28DF-8A4E-944D-8EAC2018B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54" y="5284"/>
            <a:ext cx="4561975" cy="1156261"/>
          </a:xfrm>
        </p:spPr>
        <p:txBody>
          <a:bodyPr anchor="ctr">
            <a:noAutofit/>
          </a:bodyPr>
          <a:lstStyle/>
          <a:p>
            <a:pPr algn="r"/>
            <a:r>
              <a:rPr lang="en-US" sz="3200" b="1"/>
              <a:t>Pro-Soccer-Statistics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FE7B2-C133-BD38-8D18-1C064B0C3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066" y="699701"/>
            <a:ext cx="2741754" cy="584842"/>
          </a:xfrm>
        </p:spPr>
        <p:txBody>
          <a:bodyPr anchor="ctr">
            <a:normAutofit/>
          </a:bodyPr>
          <a:lstStyle/>
          <a:p>
            <a:r>
              <a:rPr lang="en-US" sz="1400">
                <a:solidFill>
                  <a:srgbClr val="FFFFFF"/>
                </a:solidFill>
              </a:rPr>
              <a:t>By Edwin Veliz &amp; Danny Nguyen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4101E55-5F05-3901-7136-F864B1DDAB4E}"/>
              </a:ext>
            </a:extLst>
          </p:cNvPr>
          <p:cNvSpPr txBox="1"/>
          <p:nvPr/>
        </p:nvSpPr>
        <p:spPr>
          <a:xfrm>
            <a:off x="8282458" y="3528197"/>
            <a:ext cx="393087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Gill Sans MT"/>
                <a:ea typeface="+mn-lt"/>
                <a:cs typeface="+mn-lt"/>
              </a:rPr>
              <a:t>Track. Compare. Analyze. All in One</a:t>
            </a:r>
            <a:r>
              <a:rPr lang="en-US">
                <a:latin typeface="Gill Sans MT"/>
                <a:ea typeface="+mn-lt"/>
                <a:cs typeface="+mn-lt"/>
              </a:rPr>
              <a:t>.</a:t>
            </a:r>
            <a:endParaRPr lang="en-US">
              <a:latin typeface="Gill Sans MT"/>
            </a:endParaRPr>
          </a:p>
        </p:txBody>
      </p:sp>
      <p:pic>
        <p:nvPicPr>
          <p:cNvPr id="7" name="Picture 6" descr="A screenshot of a football match&#10;&#10;Description automatically generated">
            <a:extLst>
              <a:ext uri="{FF2B5EF4-FFF2-40B4-BE49-F238E27FC236}">
                <a16:creationId xmlns:a16="http://schemas.microsoft.com/office/drawing/2014/main" id="{C511A505-F4D5-2027-E8BD-0177E78F0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84" y="3226966"/>
            <a:ext cx="4132891" cy="3381870"/>
          </a:xfrm>
          <a:prstGeom prst="rect">
            <a:avLst/>
          </a:prstGeom>
        </p:spPr>
      </p:pic>
      <p:pic>
        <p:nvPicPr>
          <p:cNvPr id="10" name="Picture 9" descr="A diagram of a red hexagon with white text&#10;&#10;Description automatically generated">
            <a:extLst>
              <a:ext uri="{FF2B5EF4-FFF2-40B4-BE49-F238E27FC236}">
                <a16:creationId xmlns:a16="http://schemas.microsoft.com/office/drawing/2014/main" id="{C9B54DE3-99CA-C639-D1C4-A357470EC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782" y="3470010"/>
            <a:ext cx="3836667" cy="31478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34F63D-9C0F-46A8-49D9-36E94B3041C1}"/>
              </a:ext>
            </a:extLst>
          </p:cNvPr>
          <p:cNvSpPr txBox="1"/>
          <p:nvPr/>
        </p:nvSpPr>
        <p:spPr>
          <a:xfrm>
            <a:off x="452090" y="991951"/>
            <a:ext cx="692033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/>
              <a:t>What will the program do?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D96D3C-C6B0-00BE-C464-D0AA8550B1C5}"/>
              </a:ext>
            </a:extLst>
          </p:cNvPr>
          <p:cNvSpPr txBox="1"/>
          <p:nvPr/>
        </p:nvSpPr>
        <p:spPr>
          <a:xfrm>
            <a:off x="456700" y="1389649"/>
            <a:ext cx="67469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/>
              <a:t>Pro-Soccer-Statistics will </a:t>
            </a:r>
            <a:r>
              <a:rPr lang="en-US" sz="1800">
                <a:ea typeface="+mn-lt"/>
                <a:cs typeface="+mn-lt"/>
              </a:rPr>
              <a:t>centralize professional soccer stats for players, teams, and leagues.</a:t>
            </a:r>
          </a:p>
          <a:p>
            <a:pPr marL="285750" indent="-285750">
              <a:buFont typeface="Arial"/>
              <a:buChar char="•"/>
            </a:pPr>
            <a:r>
              <a:rPr lang="en-US" sz="1800"/>
              <a:t>It will allow </a:t>
            </a:r>
            <a:r>
              <a:rPr lang="en-US" sz="1800">
                <a:ea typeface="+mn-lt"/>
                <a:cs typeface="+mn-lt"/>
              </a:rPr>
              <a:t>users/fans to compare performance across seasons and regions</a:t>
            </a:r>
          </a:p>
          <a:p>
            <a:pPr marL="285750" indent="-285750">
              <a:buFont typeface="Arial"/>
              <a:buChar char="•"/>
            </a:pPr>
            <a:r>
              <a:rPr lang="en-US" sz="1800"/>
              <a:t>The program goes </a:t>
            </a:r>
            <a:r>
              <a:rPr lang="en-US" sz="1800">
                <a:ea typeface="+mn-lt"/>
                <a:cs typeface="+mn-lt"/>
              </a:rPr>
              <a:t>beyond basic stats by tracking trends and progress over time. </a:t>
            </a:r>
            <a:endParaRPr lang="en-US" sz="1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972EAD-BC8A-91C7-BFC9-07C30684BB84}"/>
              </a:ext>
            </a:extLst>
          </p:cNvPr>
          <p:cNvSpPr txBox="1"/>
          <p:nvPr/>
        </p:nvSpPr>
        <p:spPr>
          <a:xfrm>
            <a:off x="8118088" y="31334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94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ChronicleVTI</vt:lpstr>
      <vt:lpstr>Pro-Soccer-Statistics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Edwin Veliz</dc:creator>
  <cp:revision>4</cp:revision>
  <dcterms:created xsi:type="dcterms:W3CDTF">2025-04-21T17:55:10Z</dcterms:created>
  <dcterms:modified xsi:type="dcterms:W3CDTF">2025-04-21T23:55:42Z</dcterms:modified>
</cp:coreProperties>
</file>